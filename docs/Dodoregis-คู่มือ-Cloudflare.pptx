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828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2194560" cy="384048"/>
          </a:xfrm>
          <a:prstGeom prst="round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เผยแพร่ Dodoregis สู่อินเทอร์เน็ต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ด้วย Cloudflare Tunnel +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77639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8C6D8"/>
                </a:solidFill>
                <a:latin typeface="Tahoma"/>
                <a:ea typeface="Tahoma"/>
                <a:cs typeface="Tahoma"/>
              </a:rPr>
              <a:t>คู่มือทำตามได้จริง — เปิดแอปให้เข้าถึงจากมือถือ/เน็ตทุกที่ โดยไม่ต้องเปิด port หรือย้ายฐานข้อมูล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40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C8BA0"/>
                </a:solidFill>
                <a:latin typeface="Tahoma"/>
                <a:ea typeface="Tahoma"/>
                <a:cs typeface="Tahoma"/>
              </a:rPr>
              <a:t>ระบบลงทะเบียนและติดตามงานทดสอบ  ·  Next.js + SQLite (รันในเครื่อง)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ภาพรวม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วิธีนี้ทำงานอย่างไร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331720" cy="12344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B7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เครื่องคุณ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แอป Dodoregis
รันที่ localhost:3000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71800" y="2089403"/>
            <a:ext cx="448056" cy="256032"/>
          </a:xfrm>
          <a:prstGeom prst="rightArrow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331720" cy="12344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D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78308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cloudflared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25856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Tunnel ยิงออก
(ไม่เปิด port เข้า)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2089403"/>
            <a:ext cx="448056" cy="256032"/>
          </a:xfrm>
          <a:prstGeom prst="rightArrow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59" y="1600200"/>
            <a:ext cx="2331720" cy="12344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56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Cloudflare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5856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HTTPS + โดเมน
+ Access (login)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41080" y="2089403"/>
            <a:ext cx="448056" cy="256032"/>
          </a:xfrm>
          <a:prstGeom prst="rightArrow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1600200"/>
            <a:ext cx="2331720" cy="12344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8308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มือถือ / เน็ต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5856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เข้าถึงได้ทุกที่
สแกน QR ข้ามวง 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ทำไมเลือก Cloudflare Tunnel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5394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●  ไม่ต้อง forward port / เปิด firewall เข้าเครื่อง — ปลอดภัยกว่า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●  ฟรี และได้ HTTPS + โดเมนจริงอัตโนมัติ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●  QR ที่ติดชิ้นงานเปิดจากมือถือที่ไหนก็ได้ (ไม่ต้องวง LAN เดียวกัน)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●  แอปยังรันบนเครื่องเดิม → SQLite (dev.db) อยู่ที่เดิม ไม่ต้องย้าย 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429000"/>
            <a:ext cx="5166360" cy="2651760"/>
          </a:xfrm>
          <a:prstGeom prst="roundRect">
            <a:avLst/>
          </a:prstGeom>
          <a:solidFill>
            <a:srgbClr val="EFF6F1"/>
          </a:solidFill>
          <a:ln w="15875">
            <a:solidFill>
              <a:srgbClr val="2F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611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สรุปสั้น 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6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แอป = รันในเครื่องเหมือนเดิม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Cloudflare = ประตูหน้า ที่แปลงให้เข้าจากเน็ตได้ พร้อมล็อกอินกั้นไว้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ผลลัพธ์: ได้ลิงก์สาธารณะ เช่น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3B7CC4"/>
                </a:solidFill>
                <a:latin typeface="Consolas"/>
                <a:ea typeface="Consolas"/>
                <a:cs typeface="Consolas"/>
              </a:rPr>
              <a:t>https://dodoregis.บริษัท.com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กันเข้าใจผิด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Cloudflare มี 2 แบบ — เลือกให้ถูก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257800" cy="4480560"/>
          </a:xfrm>
          <a:prstGeom prst="roundRect">
            <a:avLst/>
          </a:prstGeom>
          <a:solidFill>
            <a:srgbClr val="EFF6F1"/>
          </a:solidFill>
          <a:ln w="19050">
            <a:solidFill>
              <a:srgbClr val="2F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291840" cy="384048"/>
          </a:xfrm>
          <a:prstGeom prst="round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3291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✔  ใช้แบบนี้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Cloudflare Tunnel (cloudflared)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7091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แอปยังรันบนเครื่อง/เซิร์ฟเวอร์ของคุณ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เหมาะกับแอปนี้ เพราะ SQLite + better-sqlite3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ต้องมีไฟล์ dev.db บนเครื่องจริง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→ ตั้งได้ใน ~30 นาที ไม่ต้องแก้โค้ด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257800" cy="4480560"/>
          </a:xfrm>
          <a:prstGeom prst="roundRect">
            <a:avLst/>
          </a:prstGeom>
          <a:solidFill>
            <a:srgbClr val="FBEFEC"/>
          </a:solidFill>
          <a:ln w="19050">
            <a:solidFill>
              <a:srgbClr val="E56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828800"/>
            <a:ext cx="3566160" cy="384048"/>
          </a:xfrm>
          <a:prstGeom prst="round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74519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✘  ยังไม่ใช้ตอนนี้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231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Cloudflare Pages / Workers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4754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รันบน edge runtime — รัน better-sqlite3 ไม่ได้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ไม่มี Node fs / ไม่มีไฟล์ถาวร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ถ้าจะใช้ ต้องเปลี่ยน DB เป็น D1/Postgres ทั้งหมด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→ งานใหญ่ ยังไม่คุ้มตอนนี้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เตรียมก่อนเริ่ม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สิ่งที่ต้องมี (Prerequisites)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28016" cy="1965960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5623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1.  บัญชี Cloudflare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สมัครฟรีที่ dash.cloudflare.com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128016" cy="196596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85623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2.  โดเมน 1 อัน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ของบริษัท หรือซื้อใหม่ ~300–400 บาท/ปี
(ใช้ subdomain เช่น dodoregis.บริษัท.com ได้)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28016" cy="1965960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4223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3.  เครื่องที่รันแอป เปิดตลอด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PC/เซิร์ฟเวอร์ที่ dev.db + uploads/ อยู่
ต้องเปิดค้างไว้ตอนมีคนใช้งาน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128016" cy="1965960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14223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4.  สิทธิ์ติดตั้งโปรแกรม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754880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ลง cloudflared บนเครื่องนั้นได้ (admin)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สมัคร Cloudflare + เพิ่มโดเมน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789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1.  สมัคร/ล็อกอินที่ </a:t>
            </a:r>
            <a:r>
              <a:rPr sz="1500" b="1">
                <a:solidFill>
                  <a:srgbClr val="3B7CC4"/>
                </a:solidFill>
                <a:latin typeface="Consolas"/>
                <a:ea typeface="Consolas"/>
                <a:cs typeface="Consolas"/>
              </a:rPr>
              <a:t>dash.cloudflare.com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2.  กด </a:t>
            </a: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Add a site</a:t>
            </a: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 แล้วใส่โดเมนของคุณ (เช่น </a:t>
            </a:r>
            <a:r>
              <a:rPr sz="1500" b="1">
                <a:solidFill>
                  <a:srgbClr val="181D26"/>
                </a:solidFill>
                <a:latin typeface="Consolas"/>
                <a:ea typeface="Consolas"/>
                <a:cs typeface="Consolas"/>
              </a:rPr>
              <a:t>บริษัท.com</a:t>
            </a: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3.  เลือกแพลน </a:t>
            </a:r>
            <a:r>
              <a:rPr sz="15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Free</a:t>
            </a: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 → Cloudflare จะให้ </a:t>
            </a: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Nameservers</a:t>
            </a: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2 อัน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4.  เอา Nameservers ไปตั้งที่ผู้ให้บริการโดเมนของคุณ (registrar)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5.  รอสถานะโดเมนขึ้น </a:t>
            </a:r>
            <a:r>
              <a:rPr sz="15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Active</a:t>
            </a:r>
            <a:r>
              <a:rPr sz="15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 (ปกติไม่กี่นาที–ไม่กี่ชั่วโมง)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10881360" cy="1143000"/>
          </a:xfrm>
          <a:prstGeom prst="roundRect">
            <a:avLst/>
          </a:prstGeom>
          <a:solidFill>
            <a:srgbClr val="FFF6E3"/>
          </a:solidFill>
          <a:ln w="12700">
            <a:solidFill>
              <a:srgbClr val="D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💡  ถ้าโดเมนอยู่กับบริษัทอยู่แล้ว: ให้ทีม IT เพิ่ม subdomain มาให้ก็พอ </a:t>
            </a: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ไม่ต้องย้ายทั้งโดเมนมา Cloudflare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แต่ถ้าจะให้ Tunnel ตั้ง DNS อัตโนมัติ โดเมนควรอยู่ใน Cloudflare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เตรียมแอปให้เป็น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ก่อนต่อ tunnel ให้แอปรันโหมด production และตั้งลิงก์ให้ถูก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1.  แก้ไฟล์ </a:t>
            </a:r>
            <a:r>
              <a:rPr sz="1450" b="1">
                <a:solidFill>
                  <a:srgbClr val="181D26"/>
                </a:solidFill>
                <a:latin typeface="Consolas"/>
                <a:ea typeface="Consolas"/>
                <a:cs typeface="Consolas"/>
              </a:rPr>
              <a:t>webapp/.env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    ตั้ง APP_BASE_URL เป็นโดเมนจริง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     (คุม QR + ลิงก์ทั้งระบบ)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2.  build แล้วรัน production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3.  ทดสอบในเครื่องก่อนที่ </a:t>
            </a:r>
            <a:r>
              <a:rPr sz="1450" b="1">
                <a:solidFill>
                  <a:srgbClr val="3B7CC4"/>
                </a:solidFill>
                <a:latin typeface="Consolas"/>
                <a:ea typeface="Consolas"/>
                <a:cs typeface="Consolas"/>
              </a:rPr>
              <a:t>localhost:3000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ตั้งค่า .env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5120640" cy="987552"/>
          </a:xfrm>
          <a:prstGeom prst="roundRect">
            <a:avLst/>
          </a:prstGeom>
          <a:solidFill>
            <a:srgbClr val="0E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103120"/>
            <a:ext cx="4663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webapp/.env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APP_BASE_URL=https://dodoregis.บริษัท.com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build + run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11879"/>
            <a:ext cx="5120640" cy="1609344"/>
          </a:xfrm>
          <a:prstGeom prst="roundRect">
            <a:avLst/>
          </a:prstGeom>
          <a:solidFill>
            <a:srgbClr val="0E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3794759"/>
            <a:ext cx="4663440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cd webapp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npm run build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npm run start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เปิดที่ http://localhost:3000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12080"/>
            <a:ext cx="5486400" cy="822960"/>
          </a:xfrm>
          <a:prstGeom prst="roundRect">
            <a:avLst/>
          </a:prstGeom>
          <a:solidFill>
            <a:srgbClr val="FBEFEC"/>
          </a:solidFill>
          <a:ln w="12700">
            <a:solidFill>
              <a:srgbClr val="E56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⚠  ถ้าเปลี่ยน APP_BASE_URL ต้อง build ใหม่ทุกครั้ง ไม่งั้น QR ยังชี้ค่าเก่า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ติดตั้ง cloudflared (บน Windows)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cloudflared คือโปรแกรมเล็ก ๆ ที่สร้าง tunnel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ติดตั้งได้ 2 ทาง: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A.  ผ่าน winget (ง่ายสุด)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B.  ดาวน์โหลด .exe จากเว็บ Cloudflare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     แล้ววางไว้ในโฟลเดอร์ที่เรียกใช้ได้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จากนั้นตรวจว่าติดตั้งสำเร็จด้วย --version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ติดตั้ง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5120640" cy="987552"/>
          </a:xfrm>
          <a:prstGeom prst="roundRect">
            <a:avLst/>
          </a:prstGeom>
          <a:solidFill>
            <a:srgbClr val="0E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103120"/>
            <a:ext cx="4663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A) ติดตั้งผ่าน winget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winget install --id Cloudflare.cloudflared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ตรวจสอบ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29000"/>
            <a:ext cx="5120640" cy="987552"/>
          </a:xfrm>
          <a:prstGeom prst="roundRect">
            <a:avLst/>
          </a:prstGeom>
          <a:solidFill>
            <a:srgbClr val="0E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3611880"/>
            <a:ext cx="4663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cloudflared --version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ควรขึ้นเลขเวอร์ชัน เช่น 2024.x.x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3484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ดาวน์โหลด .exe (ทาง B):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B7CC4"/>
                </a:solidFill>
                <a:latin typeface="Consolas"/>
                <a:ea typeface="Consolas"/>
                <a:cs typeface="Consolas"/>
              </a:rPr>
              <a:t>github.com/cloudflare/cloudflared/releases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STEP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สร้าง Tunnel + ผูกโดเมน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คำสั่ง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486400" cy="3163824"/>
          </a:xfrm>
          <a:prstGeom prst="roundRect">
            <a:avLst/>
          </a:prstGeom>
          <a:solidFill>
            <a:srgbClr val="0E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5029200" cy="2889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1) ล็อกอิน (เปิด browser ให้กด Authorize)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cloudflared tunnel login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2) สร้าง tunnel ชื่อ dodoregis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cloudflared tunnel create dodoregis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3) ผูกโดเมนเข้ากับ tunnel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cloudflared tunnel route dns dodoregis 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   dodoregis.บริษัท.com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ไฟล์ config.yml (สร้างเอง)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5166360" cy="3163824"/>
          </a:xfrm>
          <a:prstGeom prst="roundRect">
            <a:avLst/>
          </a:prstGeom>
          <a:solidFill>
            <a:srgbClr val="0E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965960"/>
            <a:ext cx="4709160" cy="2889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~/.cloudflared/config.yml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tunnel: dodoregis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credentials-file: C:\Users\คุณ\.cloudflared\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   &lt;TUNNEL-ID&gt;.json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ingress: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  - hostname: dodoregis.บริษัท.com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    service: http://localhost:3000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  - service: http_status:404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💡  &lt;TUNNEL-ID&gt; คือรหัสที่ได้ตอนสั่ง create — ไฟล์ .json ถูกสร้างไว้ในโฟลเดอร์ .cloudflared ให้แล้ว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STEP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รัน Tunnel แล้วทดสอบ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รัน tunnel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486400" cy="1298448"/>
          </a:xfrm>
          <a:prstGeom prst="roundRect">
            <a:avLst/>
          </a:prstGeom>
          <a:solidFill>
            <a:srgbClr val="0E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5029200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ให้แอปรันอยู่ (npm run start) ก่อน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แล้วเปิดอีกหน้าต่างสั่ง: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cloudflared tunnel run dodoregis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ทดสอบ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1.  เปิดมือถือ (ปิด Wi-Fi ให้ใช้ 4G/5G เพื่อทดสอบว่ามาจากเน็ตจริง)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2.  เข้า </a:t>
            </a:r>
            <a:r>
              <a:rPr sz="1350" b="1">
                <a:solidFill>
                  <a:srgbClr val="3B7CC4"/>
                </a:solidFill>
                <a:latin typeface="Consolas"/>
                <a:ea typeface="Consolas"/>
                <a:cs typeface="Consolas"/>
              </a:rPr>
              <a:t>https://dodoregis.บริษัท.com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3.  ต้องเห็นหน้า Dodoregis ทำงานปกติ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4.  สแกน QR ที่ติดชิ้นงาน → ต้องเปิดหน้ารายละเอียดได้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5486400" cy="1828800"/>
          </a:xfrm>
          <a:prstGeom prst="roundRect">
            <a:avLst/>
          </a:prstGeom>
          <a:solidFill>
            <a:srgbClr val="EFF6F1"/>
          </a:solidFill>
          <a:ln w="12700">
            <a:solidFill>
              <a:srgbClr val="2F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5074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ถ้าเข้าได้ = สำเร็จ! 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แต่ตอนนี้ยัง เปิดโล่ง — ใครมี URL ก็เข้าได้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ไปต่อ Step 6 เพื่อกั้น login ทันที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STEP 6 — สำคัญมาก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กั้นด้วย Cloudflare Access (login)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868680"/>
          </a:xfrm>
          <a:prstGeom prst="roundRect">
            <a:avLst/>
          </a:prstGeom>
          <a:solidFill>
            <a:srgbClr val="FBEFEC"/>
          </a:solidFill>
          <a:ln w="15875">
            <a:solidFill>
              <a:srgbClr val="E56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⚠  ตอนนี้แอปยังไม่มีระบบ login ในตัว (Phase 3 ยังไม่ทำ) — </a:t>
            </a: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Access คือด่านล็อกอินที่กั้นไว้ก่อน โดยไม่ต้องแก้โค้ด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08813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1.  ในแดชบอร์ด Cloudflare เข้า </a:t>
            </a:r>
            <a:r>
              <a:rPr sz="14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Zero Trust</a:t>
            </a: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 (ครั้งแรกตั้งชื่อทีม + เลือกแพลน Free)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2.  ไป </a:t>
            </a:r>
            <a:r>
              <a:rPr sz="14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Access → Applications → Add an application → Self-hosted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3.  ใส่โดเมน </a:t>
            </a:r>
            <a:r>
              <a:rPr sz="1450" b="1">
                <a:solidFill>
                  <a:srgbClr val="3B7CC4"/>
                </a:solidFill>
                <a:latin typeface="Consolas"/>
                <a:ea typeface="Consolas"/>
                <a:cs typeface="Consolas"/>
              </a:rPr>
              <a:t>dodoregis.บริษัท.com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4.  สร้าง Policy: อนุญาตเฉพาะ </a:t>
            </a:r>
            <a:r>
              <a:rPr sz="14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อีเมล</a:t>
            </a: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ของทีม (หรือทั้งโดเมน @บริษัท.com)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5.  วิธีล็อกอิน: </a:t>
            </a:r>
            <a:r>
              <a:rPr sz="14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One-time PIN (OTP ทางอีเมล)</a:t>
            </a: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 — ไม่ต้องตั้งอะไรเพิ่ม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6.  บันทึก → ต่อไปใครเข้าโดเมนต้องยืนยันอีเมลก่อนเสมอ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10881360" cy="685800"/>
          </a:xfrm>
          <a:prstGeom prst="roundRect">
            <a:avLst/>
          </a:prstGeom>
          <a:solidFill>
            <a:srgbClr val="EFF6F1"/>
          </a:solidFill>
          <a:ln w="12700">
            <a:solidFill>
              <a:srgbClr val="2F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925312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✔  Cloudflare Access ฟรีถึง 50 ผู้ใช้ — พอสำหรับทีม 1–10 คน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ให้รันถาวร (เปิดเครื่องแล้วทำงานเอง)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9260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มี 2 อย่างที่ต้องรันค้าง: 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① tunnel   ② ตัวแอปเอง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ตั้งให้เริ่มอัตโนมัติเมื่อเปิดเครื่อง จะได้ไม่ต้องสั่งเองทุกครั้ง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Tahoma"/>
                <a:ea typeface="Tahoma"/>
                <a:cs typeface="Tahoma"/>
              </a:rPr>
              <a:t>tunnel รันถาวร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1298448"/>
          </a:xfrm>
          <a:prstGeom prst="roundRect">
            <a:avLst/>
          </a:prstGeom>
          <a:solidFill>
            <a:srgbClr val="0E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011680"/>
            <a:ext cx="4663440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① ทำ cloudflared เป็น service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cloudflared service install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8B77"/>
                </a:solidFill>
                <a:latin typeface="Consolas"/>
                <a:ea typeface="Consolas"/>
                <a:cs typeface="Consolas"/>
              </a:rPr>
              <a:t># จะรันอัตโนมัติเมื่อเปิดเครื่อง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109728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② ตัวแอปให้เริ่มอัตโนมัติ — เลือกทางใดทางหนึ่ง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●  Task Scheduler ของ Windows: สร้าง task รัน </a:t>
            </a:r>
            <a:r>
              <a:rPr sz="1350" b="1">
                <a:solidFill>
                  <a:srgbClr val="181D26"/>
                </a:solidFill>
                <a:latin typeface="Consolas"/>
                <a:ea typeface="Consolas"/>
                <a:cs typeface="Consolas"/>
              </a:rPr>
              <a:t>npm run start</a:t>
            </a:r>
            <a:r>
              <a:rPr sz="13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ในโฟลเดอร์ webapp ตอน log 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●  หรือใช้ </a:t>
            </a:r>
            <a:r>
              <a:rPr sz="1350" b="1">
                <a:solidFill>
                  <a:srgbClr val="181D26"/>
                </a:solidFill>
                <a:latin typeface="Consolas"/>
                <a:ea typeface="Consolas"/>
                <a:cs typeface="Consolas"/>
              </a:rPr>
              <a:t>pm2</a:t>
            </a:r>
            <a:r>
              <a:rPr sz="13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  (ตัวจัดการโปรเซส Node) — </a:t>
            </a:r>
            <a:r>
              <a:rPr sz="1250" b="0">
                <a:solidFill>
                  <a:srgbClr val="C7E7D0"/>
                </a:solidFill>
                <a:latin typeface="Consolas"/>
                <a:ea typeface="Consolas"/>
                <a:cs typeface="Consolas"/>
              </a:rPr>
              <a:t>npm i -g pm2 ; pm2 start "npm run start" --name dodoregis ; pm2 save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●  หรือ NSSM ห่อ npm ให้เป็น Windows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06440"/>
            <a:ext cx="10881360" cy="685800"/>
          </a:xfrm>
          <a:prstGeom prst="roundRect">
            <a:avLst/>
          </a:prstGeom>
          <a:solidFill>
            <a:srgbClr val="FFF6E3"/>
          </a:solidFill>
          <a:ln w="12700">
            <a:solidFill>
              <a:srgbClr val="D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925312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💡  เครื่องนี้ต้องเปิดตลอดเวลาที่ต้องการให้คนเข้าใช้ได้ — ถ้าปิดเครื่อง ลิงก์จะเข้าไม่ได้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ก่อนใช้งานจริง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Checklist ความปลอดภัย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786384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0992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09928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Cloudflare Access เปิดแล้ว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09928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ทุกคนต้องล็อกอินก่อนเข้า (Step 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96312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109728" cy="786384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06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06040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.env / dev.db / uploads ไม่หลุด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อยู่ใน .gitignore แล้ว — อย่า commit ขึ้น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92424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92424"/>
            <a:ext cx="109728" cy="786384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0215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502152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สำรอง dev.db สม่ำเสมอ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02152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ก๊อปไฟล์ webapp/dev.db เก็บไว้ที่ปลอดภัย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88536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88536"/>
            <a:ext cx="109728" cy="786384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398264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398264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path NAS ภายในไม่โผล่สู่คนนอก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98264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ข้อมูล raw-data path เห็นได้เฉพาะคนที่ผ่าน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84648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184648"/>
            <a:ext cx="109728" cy="786384"/>
          </a:xfrm>
          <a:prstGeom prst="rect">
            <a:avLst/>
          </a:prstGeom>
          <a:solidFill>
            <a:srgbClr val="18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294376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294376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นี่คือมาตรการชั่วคราว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94376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จนกว่า Phase 3 (auth + role ในแอป) จะเสร็จ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4CF"/>
                </a:solidFill>
                <a:latin typeface="Tahoma"/>
                <a:ea typeface="Tahoma"/>
                <a:cs typeface="Tahoma"/>
              </a:rPr>
              <a:t>แก้ปัญหา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อาการที่พบบ่อย + วิธีแก้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881360" cy="8778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▸ เข้าเว็บแล้วขึ้น 502 / Bad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673352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แอปไม่ได้รันอยู่ → สั่ง npm run start ให้แอปขึ้นก่อน แล้วค่อย run tunnel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877824"/>
          </a:xfrm>
          <a:prstGeom prst="roundRect">
            <a:avLst/>
          </a:prstGeom>
          <a:solidFill>
            <a:srgbClr val="F0EEE8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39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▸ โดเมนเข้าไม่ได้ / ยังไม่เจอ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06039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DNS ยังไม่ propagate หรือโดเมนยังไม่ Active — รอสักครู่แล้วลองใหม่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19856"/>
            <a:ext cx="10881360" cy="8778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38727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▸ QR ยังชี้ IP/ลิงก์เก่า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538727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ลืมตั้ง APP_BASE_URL หรือยังไม่ build ใหม่ → แก้ .env แล้ว npm run build อีกครั้ง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52544"/>
            <a:ext cx="10881360" cy="877824"/>
          </a:xfrm>
          <a:prstGeom prst="roundRect">
            <a:avLst/>
          </a:prstGeom>
          <a:solidFill>
            <a:srgbClr val="F0EEE8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71416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▸ เข้าเว็บแล้วไม่เด้งหน้า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471416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Policy ใน Access ยังไม่ครอบโดเมน/subdomain — เช็ค Application ให้ตรงโดเมน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85231"/>
            <a:ext cx="10881360" cy="8778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04103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▸ tunnel รันแล้วหลุดบ่อย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404103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ทำเป็น service (cloudflared service install) แทนการเปิดหน้าต่างค้างไว้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77240"/>
            <a:ext cx="1828800" cy="384048"/>
          </a:xfrm>
          <a:prstGeom prst="round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สรุป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พร้อมใช้งานบนเน็ตแล้ว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C9D6E6"/>
                </a:solidFill>
                <a:latin typeface="Tahoma"/>
                <a:ea typeface="Tahoma"/>
                <a:cs typeface="Tahoma"/>
              </a:rPr>
              <a:t>✔  ได้ลิงก์สาธารณะ HTTPS + โดเมนจริง — เข้าจากมือถือ/ทุกที่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C9D6E6"/>
                </a:solidFill>
                <a:latin typeface="Tahoma"/>
                <a:ea typeface="Tahoma"/>
                <a:cs typeface="Tahoma"/>
              </a:rPr>
              <a:t>✔  มีด่านล็อกอิน (Cloudflare Access) กั้นไว้แล้ว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C9D6E6"/>
                </a:solidFill>
                <a:latin typeface="Tahoma"/>
                <a:ea typeface="Tahoma"/>
                <a:cs typeface="Tahoma"/>
              </a:rPr>
              <a:t>✔  ไม่ต้องเปิด port / ไม่ต้องย้ายฐานข้อมูล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C9D6E6"/>
                </a:solidFill>
                <a:latin typeface="Tahoma"/>
                <a:ea typeface="Tahoma"/>
                <a:cs typeface="Tahoma"/>
              </a:rPr>
              <a:t>✔  QR ที่ติดชิ้นงานสแกนได้จากนอกออฟฟิศ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17720"/>
            <a:ext cx="10515600" cy="1600200"/>
          </a:xfrm>
          <a:prstGeom prst="roundRect">
            <a:avLst/>
          </a:prstGeom>
          <a:solidFill>
            <a:srgbClr val="17263A"/>
          </a:solidFill>
          <a:ln w="12700">
            <a:solidFill>
              <a:srgbClr val="2F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ขั้นต่อไปที่แนะนำ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 3a — ทำระบบ login + role ในแอปเอง (Admin/Engineer/Requester/Viewer)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9FB4CF"/>
                </a:solidFill>
                <a:latin typeface="Tahoma"/>
                <a:ea typeface="Tahoma"/>
                <a:cs typeface="Tahoma"/>
              </a:rPr>
              <a:t>เมื่อเสร็จจะควบคุมสิทธิ์ละเอียดขึ้น และถอด Cloudflare Access ออกได้ตามต้องการ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